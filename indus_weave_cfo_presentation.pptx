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 Weave HR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CFO Data Warehouse &amp; Overtime Cost Analysis</a:t>
            </a:r>
          </a:p>
          <a:p>
            <a:r>
              <a:t>Prepared for Hackathon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Rising Overtime Bills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Overtime bill has climbed continuously for 6 months.</a:t>
            </a:r>
          </a:p>
          <a:p>
            <a:r>
              <a:t>• HR reports normal attendance, but modules tell conflicting stories.</a:t>
            </a:r>
          </a:p>
          <a:p>
            <a:r>
              <a:t>• Payroll was paying OT from approved requests rather than actual biometric punches.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Pipeline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Stage 1: Ingested 12 raw CSV/JSON files untouched with hashing.</a:t>
            </a:r>
          </a:p>
          <a:p>
            <a:r>
              <a:t>• Stage 2 &amp; 3: Cleaned employees, fixed device clock drifts, applied 2-minute rule.</a:t>
            </a:r>
          </a:p>
          <a:p>
            <a:r>
              <a:t>• Stage 4 &amp; 5: Built Star Schema and answered 10 CFO queries via 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CFO Finding 1: Unverified OT Payouts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 18% of paid overtime occurred on days with zero actual overtime worked.</a:t>
            </a:r>
          </a:p>
          <a:p>
            <a:r>
              <a:t>• Root Cause: Managers approved OT requests blindly.</a:t>
            </a:r>
          </a:p>
          <a:p>
            <a:r>
              <a:t>• Action: Link payroll payouts strictly to `fact_attendance_daily` biometric calculations.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CFO Finding 2 &amp; 3: Hardware &amp; Payroll Leaks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Finding 2: Device DEV-04 clock was off by 1 hour, causing false late flags.</a:t>
            </a:r>
          </a:p>
          <a:p>
            <a:r>
              <a:t>• Solution: Enforce NTP synchronization across all terminals.</a:t>
            </a:r>
          </a:p>
          <a:p>
            <a:r>
              <a:t>• Finding 3: 4 terminated employees received post-separation pay.</a:t>
            </a:r>
          </a:p>
          <a:p>
            <a:r>
              <a:t>• Solution: Automate stop-pay locks upon SCD Type 2 status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